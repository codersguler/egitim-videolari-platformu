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73" r:id="rId5"/>
    <p:sldId id="258" r:id="rId6"/>
    <p:sldId id="259" r:id="rId7"/>
    <p:sldId id="260" r:id="rId8"/>
    <p:sldId id="267" r:id="rId9"/>
    <p:sldId id="262" r:id="rId10"/>
    <p:sldId id="263" r:id="rId11"/>
    <p:sldId id="268" r:id="rId12"/>
    <p:sldId id="269" r:id="rId13"/>
    <p:sldId id="270" r:id="rId14"/>
    <p:sldId id="271" r:id="rId15"/>
    <p:sldId id="272" r:id="rId16"/>
    <p:sldId id="274" r:id="rId17"/>
    <p:sldId id="266" r:id="rId18"/>
    <p:sldId id="275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67319-E822-25FF-93CB-6F35B326AB67}" v="12" dt="2025-05-19T22:14:01.020"/>
    <p1510:client id="{817E81B0-1B62-0531-D239-5622BA2B8263}" v="371" dt="2025-05-18T16:26:10.433"/>
    <p1510:client id="{B37AE784-7405-6C2C-4A3C-FC90CD8E12B8}" v="828" dt="2025-05-18T16:49:05.148"/>
    <p1510:client id="{C1884424-7B1C-A68E-8D73-9B75FF039F33}" v="934" dt="2025-05-18T17:59:52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058305-8815-4497-9774-3FF79DFB3CB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E861B1-6C68-4695-A7B1-297B8417C380}">
      <dgm:prSet/>
      <dgm:spPr/>
      <dgm:t>
        <a:bodyPr/>
        <a:lstStyle/>
        <a:p>
          <a:r>
            <a:rPr lang="tr-TR"/>
            <a:t>Frontend: ReactJS, Bootstrap</a:t>
          </a:r>
          <a:endParaRPr lang="en-US"/>
        </a:p>
      </dgm:t>
    </dgm:pt>
    <dgm:pt modelId="{B09B0C9D-6827-4EF6-90FC-24EB0AEFBB3A}" type="parTrans" cxnId="{852251C4-E447-4FE8-ACE3-98950BF65B7F}">
      <dgm:prSet/>
      <dgm:spPr/>
      <dgm:t>
        <a:bodyPr/>
        <a:lstStyle/>
        <a:p>
          <a:endParaRPr lang="en-US"/>
        </a:p>
      </dgm:t>
    </dgm:pt>
    <dgm:pt modelId="{99C69C41-03FC-4D90-98C1-06F7C1B2F276}" type="sibTrans" cxnId="{852251C4-E447-4FE8-ACE3-98950BF65B7F}">
      <dgm:prSet/>
      <dgm:spPr/>
      <dgm:t>
        <a:bodyPr/>
        <a:lstStyle/>
        <a:p>
          <a:endParaRPr lang="en-US"/>
        </a:p>
      </dgm:t>
    </dgm:pt>
    <dgm:pt modelId="{942EF6CB-5511-4F2A-86E7-35889CCB3759}">
      <dgm:prSet/>
      <dgm:spPr/>
      <dgm:t>
        <a:bodyPr/>
        <a:lstStyle/>
        <a:p>
          <a:r>
            <a:rPr lang="tr-TR"/>
            <a:t>Backend: Node.js, ExpressJS</a:t>
          </a:r>
          <a:endParaRPr lang="en-US"/>
        </a:p>
      </dgm:t>
    </dgm:pt>
    <dgm:pt modelId="{2B57DA1E-8042-433B-ACEE-00BE2DDB6A2A}" type="parTrans" cxnId="{45A764EA-D15F-41D2-91D2-6894B3AF761B}">
      <dgm:prSet/>
      <dgm:spPr/>
      <dgm:t>
        <a:bodyPr/>
        <a:lstStyle/>
        <a:p>
          <a:endParaRPr lang="en-US"/>
        </a:p>
      </dgm:t>
    </dgm:pt>
    <dgm:pt modelId="{EF1FC864-0B01-4E82-872A-6BA763648036}" type="sibTrans" cxnId="{45A764EA-D15F-41D2-91D2-6894B3AF761B}">
      <dgm:prSet/>
      <dgm:spPr/>
      <dgm:t>
        <a:bodyPr/>
        <a:lstStyle/>
        <a:p>
          <a:endParaRPr lang="en-US"/>
        </a:p>
      </dgm:t>
    </dgm:pt>
    <dgm:pt modelId="{9BE973B1-BBBF-4271-9B33-995BFE8853C0}">
      <dgm:prSet/>
      <dgm:spPr/>
      <dgm:t>
        <a:bodyPr/>
        <a:lstStyle/>
        <a:p>
          <a:r>
            <a:rPr lang="tr-TR"/>
            <a:t>Database: MongoDB</a:t>
          </a:r>
          <a:endParaRPr lang="en-US"/>
        </a:p>
      </dgm:t>
    </dgm:pt>
    <dgm:pt modelId="{5950A9CB-2B74-42ED-B1DF-E863C7E01383}" type="parTrans" cxnId="{86272852-8104-441A-B575-96EAED54AD41}">
      <dgm:prSet/>
      <dgm:spPr/>
      <dgm:t>
        <a:bodyPr/>
        <a:lstStyle/>
        <a:p>
          <a:endParaRPr lang="en-US"/>
        </a:p>
      </dgm:t>
    </dgm:pt>
    <dgm:pt modelId="{82255FDA-BCA5-44B9-B726-8B8B6A127F0E}" type="sibTrans" cxnId="{86272852-8104-441A-B575-96EAED54AD41}">
      <dgm:prSet/>
      <dgm:spPr/>
      <dgm:t>
        <a:bodyPr/>
        <a:lstStyle/>
        <a:p>
          <a:endParaRPr lang="en-US"/>
        </a:p>
      </dgm:t>
    </dgm:pt>
    <dgm:pt modelId="{87432F67-FFA0-4275-9F20-24492F50D14F}" type="pres">
      <dgm:prSet presAssocID="{FC058305-8815-4497-9774-3FF79DFB3CB7}" presName="linear" presStyleCnt="0">
        <dgm:presLayoutVars>
          <dgm:animLvl val="lvl"/>
          <dgm:resizeHandles val="exact"/>
        </dgm:presLayoutVars>
      </dgm:prSet>
      <dgm:spPr/>
    </dgm:pt>
    <dgm:pt modelId="{10AD02E5-819C-44AE-B88F-2478187E45DC}" type="pres">
      <dgm:prSet presAssocID="{88E861B1-6C68-4695-A7B1-297B8417C3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EA787DB-4606-421A-89A0-F6A0A3E2F503}" type="pres">
      <dgm:prSet presAssocID="{99C69C41-03FC-4D90-98C1-06F7C1B2F276}" presName="spacer" presStyleCnt="0"/>
      <dgm:spPr/>
    </dgm:pt>
    <dgm:pt modelId="{96F31584-2338-429B-AEDE-669214C42492}" type="pres">
      <dgm:prSet presAssocID="{942EF6CB-5511-4F2A-86E7-35889CCB37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7FBBDB-DD9A-476B-B9F6-6556051D3542}" type="pres">
      <dgm:prSet presAssocID="{EF1FC864-0B01-4E82-872A-6BA763648036}" presName="spacer" presStyleCnt="0"/>
      <dgm:spPr/>
    </dgm:pt>
    <dgm:pt modelId="{A95B68AE-157E-4BD6-8AE6-F650026DDD2D}" type="pres">
      <dgm:prSet presAssocID="{9BE973B1-BBBF-4271-9B33-995BFE8853C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318265E-1A68-41A1-B19C-E42D10188EE8}" type="presOf" srcId="{FC058305-8815-4497-9774-3FF79DFB3CB7}" destId="{87432F67-FFA0-4275-9F20-24492F50D14F}" srcOrd="0" destOrd="0" presId="urn:microsoft.com/office/officeart/2005/8/layout/vList2"/>
    <dgm:cxn modelId="{86272852-8104-441A-B575-96EAED54AD41}" srcId="{FC058305-8815-4497-9774-3FF79DFB3CB7}" destId="{9BE973B1-BBBF-4271-9B33-995BFE8853C0}" srcOrd="2" destOrd="0" parTransId="{5950A9CB-2B74-42ED-B1DF-E863C7E01383}" sibTransId="{82255FDA-BCA5-44B9-B726-8B8B6A127F0E}"/>
    <dgm:cxn modelId="{3F47D872-EFDA-4665-8109-8E643E35DD6E}" type="presOf" srcId="{88E861B1-6C68-4695-A7B1-297B8417C380}" destId="{10AD02E5-819C-44AE-B88F-2478187E45DC}" srcOrd="0" destOrd="0" presId="urn:microsoft.com/office/officeart/2005/8/layout/vList2"/>
    <dgm:cxn modelId="{852251C4-E447-4FE8-ACE3-98950BF65B7F}" srcId="{FC058305-8815-4497-9774-3FF79DFB3CB7}" destId="{88E861B1-6C68-4695-A7B1-297B8417C380}" srcOrd="0" destOrd="0" parTransId="{B09B0C9D-6827-4EF6-90FC-24EB0AEFBB3A}" sibTransId="{99C69C41-03FC-4D90-98C1-06F7C1B2F276}"/>
    <dgm:cxn modelId="{15FE82E0-1E84-4472-ABB8-341C585CAD1D}" type="presOf" srcId="{9BE973B1-BBBF-4271-9B33-995BFE8853C0}" destId="{A95B68AE-157E-4BD6-8AE6-F650026DDD2D}" srcOrd="0" destOrd="0" presId="urn:microsoft.com/office/officeart/2005/8/layout/vList2"/>
    <dgm:cxn modelId="{73F54DE8-B07C-4CD9-9278-47C78FF2E5DC}" type="presOf" srcId="{942EF6CB-5511-4F2A-86E7-35889CCB3759}" destId="{96F31584-2338-429B-AEDE-669214C42492}" srcOrd="0" destOrd="0" presId="urn:microsoft.com/office/officeart/2005/8/layout/vList2"/>
    <dgm:cxn modelId="{45A764EA-D15F-41D2-91D2-6894B3AF761B}" srcId="{FC058305-8815-4497-9774-3FF79DFB3CB7}" destId="{942EF6CB-5511-4F2A-86E7-35889CCB3759}" srcOrd="1" destOrd="0" parTransId="{2B57DA1E-8042-433B-ACEE-00BE2DDB6A2A}" sibTransId="{EF1FC864-0B01-4E82-872A-6BA763648036}"/>
    <dgm:cxn modelId="{48BA9382-0C80-4730-980A-2679C561C8A3}" type="presParOf" srcId="{87432F67-FFA0-4275-9F20-24492F50D14F}" destId="{10AD02E5-819C-44AE-B88F-2478187E45DC}" srcOrd="0" destOrd="0" presId="urn:microsoft.com/office/officeart/2005/8/layout/vList2"/>
    <dgm:cxn modelId="{E9673F7E-CC32-4483-B759-6E3A8CDA8C3C}" type="presParOf" srcId="{87432F67-FFA0-4275-9F20-24492F50D14F}" destId="{2EA787DB-4606-421A-89A0-F6A0A3E2F503}" srcOrd="1" destOrd="0" presId="urn:microsoft.com/office/officeart/2005/8/layout/vList2"/>
    <dgm:cxn modelId="{E06CD95F-0153-4678-9202-81BA2B0DACE2}" type="presParOf" srcId="{87432F67-FFA0-4275-9F20-24492F50D14F}" destId="{96F31584-2338-429B-AEDE-669214C42492}" srcOrd="2" destOrd="0" presId="urn:microsoft.com/office/officeart/2005/8/layout/vList2"/>
    <dgm:cxn modelId="{F34B2911-ADC1-428D-B8EA-D8EE528151A4}" type="presParOf" srcId="{87432F67-FFA0-4275-9F20-24492F50D14F}" destId="{A27FBBDB-DD9A-476B-B9F6-6556051D3542}" srcOrd="3" destOrd="0" presId="urn:microsoft.com/office/officeart/2005/8/layout/vList2"/>
    <dgm:cxn modelId="{5B0DC27A-9012-4D7A-96BC-BD840A5E1113}" type="presParOf" srcId="{87432F67-FFA0-4275-9F20-24492F50D14F}" destId="{A95B68AE-157E-4BD6-8AE6-F650026DDD2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D02E5-819C-44AE-B88F-2478187E45DC}">
      <dsp:nvSpPr>
        <dsp:cNvPr id="0" name=""/>
        <dsp:cNvSpPr/>
      </dsp:nvSpPr>
      <dsp:spPr>
        <a:xfrm>
          <a:off x="0" y="15870"/>
          <a:ext cx="6900512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400" kern="1200"/>
            <a:t>Frontend: ReactJS, Bootstrap</a:t>
          </a:r>
          <a:endParaRPr lang="en-US" sz="4400" kern="1200"/>
        </a:p>
      </dsp:txBody>
      <dsp:txXfrm>
        <a:off x="85444" y="101314"/>
        <a:ext cx="6729624" cy="1579432"/>
      </dsp:txXfrm>
    </dsp:sp>
    <dsp:sp modelId="{96F31584-2338-429B-AEDE-669214C42492}">
      <dsp:nvSpPr>
        <dsp:cNvPr id="0" name=""/>
        <dsp:cNvSpPr/>
      </dsp:nvSpPr>
      <dsp:spPr>
        <a:xfrm>
          <a:off x="0" y="1892910"/>
          <a:ext cx="6900512" cy="17503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400" kern="1200"/>
            <a:t>Backend: Node.js, ExpressJS</a:t>
          </a:r>
          <a:endParaRPr lang="en-US" sz="4400" kern="1200"/>
        </a:p>
      </dsp:txBody>
      <dsp:txXfrm>
        <a:off x="85444" y="1978354"/>
        <a:ext cx="6729624" cy="1579432"/>
      </dsp:txXfrm>
    </dsp:sp>
    <dsp:sp modelId="{A95B68AE-157E-4BD6-8AE6-F650026DDD2D}">
      <dsp:nvSpPr>
        <dsp:cNvPr id="0" name=""/>
        <dsp:cNvSpPr/>
      </dsp:nvSpPr>
      <dsp:spPr>
        <a:xfrm>
          <a:off x="0" y="3769950"/>
          <a:ext cx="6900512" cy="17503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400" kern="1200"/>
            <a:t>Database: MongoDB</a:t>
          </a:r>
          <a:endParaRPr lang="en-US" sz="4400" kern="1200"/>
        </a:p>
      </dsp:txBody>
      <dsp:txXfrm>
        <a:off x="85444" y="3855394"/>
        <a:ext cx="6729624" cy="1579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19.05.2025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hyperlink" Target="https://react-bootstrap.netlify.ap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f2EqECiTBL8" TargetMode="External"/><Relationship Id="rId5" Type="http://schemas.openxmlformats.org/officeDocument/2006/relationships/hyperlink" Target="https://www.youtube.com/watch?v=CgkZ7MvWUAA" TargetMode="External"/><Relationship Id="rId4" Type="http://schemas.openxmlformats.org/officeDocument/2006/relationships/hyperlink" Target="https://www.w3school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3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tr-TR" sz="4800">
                <a:solidFill>
                  <a:srgbClr val="FFFFFF"/>
                </a:solidFill>
              </a:rPr>
              <a:t>Eğitim Videoları Platformu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tr-TR" dirty="0"/>
              <a:t>Emre Yılmaz - 2311502246</a:t>
            </a:r>
          </a:p>
          <a:p>
            <a:pPr algn="l"/>
            <a:r>
              <a:rPr lang="tr-TR" dirty="0"/>
              <a:t>Serdar Güler - 2311502269</a:t>
            </a:r>
          </a:p>
          <a:p>
            <a:pPr algn="l"/>
            <a:r>
              <a:rPr lang="tr-TR" dirty="0"/>
              <a:t>Muhammed Nebi Altın - 2311502278 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76925C0-BB24-B1EC-A771-3EAEE5D5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tr-TR" sz="4000"/>
              <a:t>Proje Özeti</a:t>
            </a:r>
          </a:p>
        </p:txBody>
      </p:sp>
      <p:sp>
        <p:nvSpPr>
          <p:cNvPr id="20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5790E4-38BB-7249-5104-03935248C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2200" dirty="0"/>
              <a:t>Bu Proje, </a:t>
            </a:r>
            <a:r>
              <a:rPr lang="tr-TR" sz="2200" dirty="0" err="1"/>
              <a:t>Javascript</a:t>
            </a:r>
            <a:r>
              <a:rPr lang="tr-TR" sz="2200" dirty="0"/>
              <a:t> dili üzerinde Node.js, </a:t>
            </a:r>
            <a:r>
              <a:rPr lang="tr-TR" sz="2200" dirty="0" err="1"/>
              <a:t>ReactJs</a:t>
            </a:r>
            <a:r>
              <a:rPr lang="tr-TR" sz="2200" dirty="0"/>
              <a:t> gibi teknolojiler kullanılarak geliştirilen bir video eğitim platformudur.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sz="2200" dirty="0"/>
              <a:t>Kullanıcılar platformda:</a:t>
            </a:r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tr-TR" sz="2200" dirty="0"/>
              <a:t>Hesap oluşturabilir ve giriş yapabilir.</a:t>
            </a:r>
            <a:endParaRPr lang="en-US" sz="2200" dirty="0"/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tr-TR" sz="2200" dirty="0"/>
              <a:t>Eğitim videoları yükleyip izleyebilir.</a:t>
            </a:r>
            <a:endParaRPr lang="en-US" sz="2200" dirty="0"/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tr-TR" sz="2200" dirty="0"/>
              <a:t>Videolara yorum yapabilir ve beğeni bırakabilir.</a:t>
            </a:r>
            <a:endParaRPr lang="en-US" sz="2200" dirty="0"/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tr-TR" sz="2200" dirty="0"/>
              <a:t>Videoları kategorilere göre filtreleyebilir ve kolayca erişim sağlayabilir.</a:t>
            </a:r>
          </a:p>
          <a:p>
            <a:r>
              <a:rPr lang="tr-TR" sz="2200" dirty="0"/>
              <a:t>Proje, Programlama dilleri dersi proje ödevi kapsamında geliştirilmiştir.</a:t>
            </a:r>
          </a:p>
          <a:p>
            <a:endParaRPr lang="tr-TR" sz="2200"/>
          </a:p>
          <a:p>
            <a:pPr marL="457200" lvl="1" indent="0">
              <a:buNone/>
            </a:pPr>
            <a:endParaRPr lang="tr-TR" sz="2200"/>
          </a:p>
        </p:txBody>
      </p:sp>
    </p:spTree>
    <p:extLst>
      <p:ext uri="{BB962C8B-B14F-4D97-AF65-F5344CB8AC3E}">
        <p14:creationId xmlns:p14="http://schemas.microsoft.com/office/powerpoint/2010/main" val="30605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2D066AE-31F9-7C14-6D01-103BE6EC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tr-TR" sz="5400"/>
              <a:t>Kullanılan Teknolojiler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60D4D692-7B90-03AF-2A72-7925594FC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74665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121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BA71757-E439-1C28-99B3-477BA0518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tr-TR" sz="7200"/>
              <a:t>Frontend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59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3CAB7B1-02FF-4E15-7319-889C9E5B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tr-TR" sz="3600" err="1"/>
              <a:t>Register</a:t>
            </a:r>
            <a:r>
              <a:rPr lang="tr-TR" sz="3600" dirty="0"/>
              <a:t> Sayfası</a:t>
            </a:r>
          </a:p>
        </p:txBody>
      </p:sp>
      <p:pic>
        <p:nvPicPr>
          <p:cNvPr id="4" name="İçerik Yer Tutucusu 3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F3B871B-7D5B-ECA8-5463-36FDE2F78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4" b="5482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7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37525F-4C3B-64B1-9735-6D4A0A02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n-US" sz="2200" dirty="0"/>
              <a:t>Email, </a:t>
            </a:r>
            <a:r>
              <a:rPr lang="en-US" sz="2200" dirty="0" err="1"/>
              <a:t>Kullanıcı</a:t>
            </a:r>
            <a:r>
              <a:rPr lang="en-US" sz="2200" dirty="0"/>
              <a:t> </a:t>
            </a:r>
            <a:r>
              <a:rPr lang="en-US" sz="2200" dirty="0" err="1"/>
              <a:t>adı</a:t>
            </a:r>
            <a:r>
              <a:rPr lang="en-US" sz="2200" dirty="0"/>
              <a:t> </a:t>
            </a:r>
            <a:r>
              <a:rPr lang="en-US" sz="2200" dirty="0" err="1"/>
              <a:t>ve</a:t>
            </a:r>
            <a:r>
              <a:rPr lang="en-US" sz="2200" dirty="0"/>
              <a:t> </a:t>
            </a:r>
            <a:r>
              <a:rPr lang="en-US" sz="2200" dirty="0" err="1"/>
              <a:t>şifre</a:t>
            </a:r>
            <a:r>
              <a:rPr lang="en-US" sz="2200" dirty="0"/>
              <a:t> </a:t>
            </a:r>
            <a:r>
              <a:rPr lang="en-US" sz="2200" dirty="0" err="1"/>
              <a:t>kullanılarak</a:t>
            </a:r>
            <a:r>
              <a:rPr lang="en-US" sz="2200" dirty="0"/>
              <a:t> yeni </a:t>
            </a:r>
            <a:r>
              <a:rPr lang="en-US" sz="2200" dirty="0" err="1"/>
              <a:t>bir</a:t>
            </a:r>
            <a:r>
              <a:rPr lang="en-US" sz="2200" dirty="0"/>
              <a:t> </a:t>
            </a:r>
            <a:r>
              <a:rPr lang="en-US" sz="2200" dirty="0" err="1"/>
              <a:t>üyelik</a:t>
            </a:r>
            <a:r>
              <a:rPr lang="en-US" sz="2200" dirty="0"/>
              <a:t> </a:t>
            </a:r>
            <a:r>
              <a:rPr lang="en-US" sz="2200" dirty="0" err="1"/>
              <a:t>açmak</a:t>
            </a:r>
            <a:r>
              <a:rPr lang="en-US" sz="2200" dirty="0"/>
              <a:t> </a:t>
            </a:r>
            <a:r>
              <a:rPr lang="en-US" sz="2200" dirty="0" err="1"/>
              <a:t>için</a:t>
            </a:r>
            <a:r>
              <a:rPr lang="en-US" sz="2200" dirty="0"/>
              <a:t> </a:t>
            </a:r>
            <a:r>
              <a:rPr lang="en-US" sz="2200" dirty="0" err="1"/>
              <a:t>kullanılan</a:t>
            </a:r>
            <a:r>
              <a:rPr lang="en-US" sz="2200" dirty="0"/>
              <a:t> </a:t>
            </a:r>
            <a:r>
              <a:rPr lang="en-US" sz="2200" dirty="0" err="1"/>
              <a:t>sayfa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127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059E9F7-1F4D-588C-20EB-87BA9DF8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tr-TR" sz="3600" dirty="0"/>
              <a:t>Log-in Sayfası</a:t>
            </a:r>
          </a:p>
        </p:txBody>
      </p:sp>
      <p:pic>
        <p:nvPicPr>
          <p:cNvPr id="8" name="İçerik Yer Tutucusu 7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9284ED-EDF5-4C7A-9889-9637A2BAC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65" b="16542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C3C50F9-AE74-34D9-00A2-9D1BB5A9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n-US" sz="2200" dirty="0"/>
              <a:t>Daha </a:t>
            </a:r>
            <a:r>
              <a:rPr lang="en-US" sz="2200" dirty="0" err="1"/>
              <a:t>önceden</a:t>
            </a:r>
            <a:r>
              <a:rPr lang="en-US" sz="2200" dirty="0"/>
              <a:t> </a:t>
            </a:r>
            <a:r>
              <a:rPr lang="en-US" sz="2200" dirty="0" err="1"/>
              <a:t>kayıt</a:t>
            </a:r>
            <a:r>
              <a:rPr lang="en-US" sz="2200" dirty="0"/>
              <a:t> </a:t>
            </a:r>
            <a:r>
              <a:rPr lang="en-US" sz="2200" dirty="0" err="1"/>
              <a:t>olduğumuz</a:t>
            </a:r>
            <a:r>
              <a:rPr lang="en-US" sz="2200" dirty="0"/>
              <a:t> email </a:t>
            </a:r>
            <a:r>
              <a:rPr lang="en-US" sz="2200" dirty="0" err="1"/>
              <a:t>adresi</a:t>
            </a:r>
            <a:r>
              <a:rPr lang="en-US" sz="2200" dirty="0"/>
              <a:t> </a:t>
            </a:r>
            <a:r>
              <a:rPr lang="en-US" sz="2200" dirty="0" err="1"/>
              <a:t>ve</a:t>
            </a:r>
            <a:r>
              <a:rPr lang="en-US" sz="2200" dirty="0"/>
              <a:t> </a:t>
            </a:r>
            <a:r>
              <a:rPr lang="en-US" sz="2200" dirty="0" err="1"/>
              <a:t>şifreler</a:t>
            </a:r>
            <a:r>
              <a:rPr lang="en-US" sz="2200" dirty="0"/>
              <a:t> </a:t>
            </a:r>
            <a:r>
              <a:rPr lang="en-US" sz="2200" dirty="0" err="1"/>
              <a:t>ile</a:t>
            </a:r>
            <a:r>
              <a:rPr lang="en-US" sz="2200" dirty="0"/>
              <a:t> </a:t>
            </a:r>
            <a:r>
              <a:rPr lang="en-US" sz="2200" dirty="0" err="1"/>
              <a:t>hesabımıza</a:t>
            </a:r>
            <a:r>
              <a:rPr lang="en-US" sz="2200" dirty="0"/>
              <a:t> </a:t>
            </a:r>
            <a:r>
              <a:rPr lang="en-US" sz="2200" dirty="0" err="1"/>
              <a:t>giriş</a:t>
            </a:r>
            <a:r>
              <a:rPr lang="en-US" sz="2200" dirty="0"/>
              <a:t> </a:t>
            </a:r>
            <a:r>
              <a:rPr lang="en-US" sz="2200" dirty="0" err="1"/>
              <a:t>yapabildiğimiz</a:t>
            </a:r>
            <a:r>
              <a:rPr lang="en-US" sz="2200" dirty="0"/>
              <a:t> Login </a:t>
            </a:r>
            <a:r>
              <a:rPr lang="en-US" sz="2200" dirty="0" err="1"/>
              <a:t>sayfası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706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09AD2CB-470E-BDF2-FBB4-307B7728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tr-TR" sz="3600" dirty="0"/>
              <a:t>Video </a:t>
            </a:r>
            <a:r>
              <a:rPr lang="tr-TR" sz="3600" dirty="0" err="1"/>
              <a:t>Upload</a:t>
            </a:r>
            <a:r>
              <a:rPr lang="tr-TR" sz="3600" dirty="0"/>
              <a:t> Sayfası</a:t>
            </a:r>
          </a:p>
        </p:txBody>
      </p:sp>
      <p:pic>
        <p:nvPicPr>
          <p:cNvPr id="4" name="İçerik Yer Tutucusu 3" descr="metin, ekran görüntüsü, yazılı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9494800-0CD1-CBAF-4BFB-48241A7A6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49" b="7903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629BA1-621D-251F-953F-64833B91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n-US" sz="2200" dirty="0" err="1"/>
              <a:t>Hesabımıza</a:t>
            </a:r>
            <a:r>
              <a:rPr lang="en-US" sz="2200" dirty="0"/>
              <a:t> </a:t>
            </a:r>
            <a:r>
              <a:rPr lang="en-US" sz="2200" dirty="0" err="1"/>
              <a:t>giriş</a:t>
            </a:r>
            <a:r>
              <a:rPr lang="en-US" sz="2200" dirty="0"/>
              <a:t> </a:t>
            </a:r>
            <a:r>
              <a:rPr lang="en-US" sz="2200" dirty="0" err="1"/>
              <a:t>yaptıktan</a:t>
            </a:r>
            <a:r>
              <a:rPr lang="en-US" sz="2200" dirty="0"/>
              <a:t> </a:t>
            </a:r>
            <a:r>
              <a:rPr lang="en-US" sz="2200" dirty="0" err="1"/>
              <a:t>sonra</a:t>
            </a:r>
            <a:r>
              <a:rPr lang="en-US" sz="2200" dirty="0"/>
              <a:t> </a:t>
            </a:r>
            <a:r>
              <a:rPr lang="en-US" sz="2200" dirty="0" err="1"/>
              <a:t>veritabanına</a:t>
            </a:r>
            <a:r>
              <a:rPr lang="en-US" sz="2200" dirty="0"/>
              <a:t> video </a:t>
            </a:r>
            <a:r>
              <a:rPr lang="en-US" sz="2200" dirty="0" err="1"/>
              <a:t>yüklemek</a:t>
            </a:r>
            <a:r>
              <a:rPr lang="en-US" sz="2200" dirty="0"/>
              <a:t> </a:t>
            </a:r>
            <a:r>
              <a:rPr lang="en-US" sz="2200" dirty="0" err="1"/>
              <a:t>için</a:t>
            </a:r>
            <a:r>
              <a:rPr lang="en-US" sz="2200" dirty="0"/>
              <a:t> </a:t>
            </a:r>
            <a:r>
              <a:rPr lang="en-US" sz="2200" dirty="0" err="1"/>
              <a:t>kullanılan</a:t>
            </a:r>
            <a:r>
              <a:rPr lang="en-US" sz="2200" dirty="0"/>
              <a:t> video upload </a:t>
            </a:r>
            <a:r>
              <a:rPr lang="en-US" sz="2200" dirty="0" err="1"/>
              <a:t>sayfası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462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895E1-9D0D-74B2-8269-B106DCC0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63916E1-77E1-FF87-1F86-7F9185BA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tr-TR" sz="3600" dirty="0"/>
              <a:t>Ana Sayfa</a:t>
            </a:r>
          </a:p>
        </p:txBody>
      </p:sp>
      <p:pic>
        <p:nvPicPr>
          <p:cNvPr id="3" name="Resim 2" descr="metin, ekran görüntüsü, insan yüzü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03688AD-5275-035F-31FD-848393921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699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DDFEA7-68BE-E30D-7710-F70DFECB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n-US" sz="2200" dirty="0" err="1"/>
              <a:t>Veritabanındaki</a:t>
            </a:r>
            <a:r>
              <a:rPr lang="en-US" sz="2200" dirty="0"/>
              <a:t> </a:t>
            </a:r>
            <a:r>
              <a:rPr lang="en-US" sz="2200" dirty="0" err="1"/>
              <a:t>videolara</a:t>
            </a:r>
            <a:r>
              <a:rPr lang="en-US" sz="2200" dirty="0"/>
              <a:t> </a:t>
            </a:r>
            <a:r>
              <a:rPr lang="en-US" sz="2200" dirty="0" err="1"/>
              <a:t>erişebileceğimiz</a:t>
            </a:r>
            <a:r>
              <a:rPr lang="en-US" sz="2200" dirty="0"/>
              <a:t>, </a:t>
            </a:r>
            <a:r>
              <a:rPr lang="en-US" sz="2200" dirty="0" err="1"/>
              <a:t>onları</a:t>
            </a:r>
            <a:r>
              <a:rPr lang="en-US" sz="2200" dirty="0"/>
              <a:t> </a:t>
            </a:r>
            <a:r>
              <a:rPr lang="en-US" sz="2200" dirty="0" err="1"/>
              <a:t>filtreleyebileceğimiz</a:t>
            </a:r>
            <a:r>
              <a:rPr lang="en-US" sz="2200" dirty="0"/>
              <a:t> </a:t>
            </a:r>
            <a:r>
              <a:rPr lang="en-US" sz="2200" dirty="0" err="1"/>
              <a:t>önizleme</a:t>
            </a:r>
            <a:r>
              <a:rPr lang="en-US" sz="2200" dirty="0"/>
              <a:t> </a:t>
            </a:r>
            <a:r>
              <a:rPr lang="en-US" sz="2200" dirty="0" err="1"/>
              <a:t>sayfası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47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7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DA6F277-D45A-1EDD-7A7B-7E57CC9B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tr-TR" sz="3600" dirty="0"/>
              <a:t>Video Detay Sayfası</a:t>
            </a:r>
          </a:p>
        </p:txBody>
      </p:sp>
      <p:sp>
        <p:nvSpPr>
          <p:cNvPr id="34" name="Rectangle 39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48E6F39-62AC-20C6-8EF0-B98CB7F9E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875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34">
            <a:extLst>
              <a:ext uri="{FF2B5EF4-FFF2-40B4-BE49-F238E27FC236}">
                <a16:creationId xmlns:a16="http://schemas.microsoft.com/office/drawing/2014/main" id="{47BF67E1-ED61-CFDC-3315-67413E77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en-US" sz="1800" dirty="0" err="1"/>
              <a:t>Videoların</a:t>
            </a:r>
            <a:r>
              <a:rPr lang="en-US" sz="1800" dirty="0"/>
              <a:t> </a:t>
            </a:r>
            <a:r>
              <a:rPr lang="en-US" sz="1800" dirty="0" err="1"/>
              <a:t>detay</a:t>
            </a:r>
            <a:r>
              <a:rPr lang="en-US" sz="1800" dirty="0"/>
              <a:t> </a:t>
            </a:r>
            <a:r>
              <a:rPr lang="en-US" sz="1800" dirty="0" err="1"/>
              <a:t>sayfası</a:t>
            </a:r>
            <a:r>
              <a:rPr lang="en-US" sz="1800" dirty="0"/>
              <a:t>. </a:t>
            </a:r>
            <a:r>
              <a:rPr lang="en-US" sz="1800" dirty="0" err="1"/>
              <a:t>Beğeni</a:t>
            </a:r>
            <a:r>
              <a:rPr lang="en-US" sz="1800" dirty="0"/>
              <a:t>, </a:t>
            </a:r>
            <a:r>
              <a:rPr lang="en-US" sz="1800" dirty="0" err="1"/>
              <a:t>yorum</a:t>
            </a:r>
            <a:r>
              <a:rPr lang="en-US" sz="1800" dirty="0"/>
              <a:t> </a:t>
            </a:r>
            <a:r>
              <a:rPr lang="en-US" sz="1800" dirty="0" err="1"/>
              <a:t>gibi</a:t>
            </a:r>
            <a:r>
              <a:rPr lang="en-US" sz="1800" dirty="0"/>
              <a:t> </a:t>
            </a:r>
            <a:r>
              <a:rPr lang="en-US" sz="1800" dirty="0" err="1"/>
              <a:t>işlemler</a:t>
            </a:r>
            <a:r>
              <a:rPr lang="en-US" sz="1800" dirty="0"/>
              <a:t> </a:t>
            </a:r>
            <a:r>
              <a:rPr lang="en-US" sz="1800" dirty="0" err="1"/>
              <a:t>yapabileceğimiz</a:t>
            </a:r>
            <a:r>
              <a:rPr lang="en-US" sz="1800" dirty="0"/>
              <a:t> </a:t>
            </a:r>
            <a:r>
              <a:rPr lang="en-US" sz="1800" dirty="0" err="1"/>
              <a:t>sayfa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153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8B79307-8505-44B1-A9E8-818698C5E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44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0A3C1AB-1153-42D2-8378-34B849C1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4FEACD-7850-BB51-CC19-D965A72A4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Register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773678-BC5D-5367-2B54-4B10F609D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Register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işlemi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için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kullanılan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post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isteği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kern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İçerik Yer Tutucusu 3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EEC57A-F98E-1234-FD2F-B210C991F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7" y="676122"/>
            <a:ext cx="11421687" cy="334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97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8193D-F50B-5686-BAD4-60AF8223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1">
            <a:extLst>
              <a:ext uri="{FF2B5EF4-FFF2-40B4-BE49-F238E27FC236}">
                <a16:creationId xmlns:a16="http://schemas.microsoft.com/office/drawing/2014/main" id="{50A3C1AB-1153-42D2-8378-34B849C1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ADFD778-934E-7AF8-6CB2-17B61A97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Login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: Rounded Corners 2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1D45C1-D19D-E320-7A9F-27A66B74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Login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işlemi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için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kullanılan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post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isteği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kern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Resim 2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35F2C8C-269C-4EC2-DB08-5EAF056DD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85" y="299258"/>
            <a:ext cx="10432031" cy="40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6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8DDA0-2553-4213-DE64-0F41D3C8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0A3C1AB-1153-42D2-8378-34B849C1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40750B7-6449-0541-F3CF-D5CB2EEB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Upload Video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DF06AF-B1EB-D8B1-8F3E-6CEC76A3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Videoları </a:t>
            </a:r>
            <a:r>
              <a:rPr lang="en-US" sz="2000" dirty="0" err="1">
                <a:solidFill>
                  <a:schemeClr val="bg1"/>
                </a:solidFill>
              </a:rPr>
              <a:t>veritabanına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kaydetmek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için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kullanılan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post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isteği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kern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Resim 3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031DA22-752D-00D2-F7C7-BA75E34A3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85" y="299258"/>
            <a:ext cx="10048030" cy="40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6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59A0D-9D46-1E32-6FE3-74BA2C82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0A3C1AB-1153-42D2-8378-34B849C1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05C865B-6E71-77B3-847B-F30FB169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Fetch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/>
              <a:t>Videos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67017A-942C-16B2-C319-57E77B1F1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 err="1">
                <a:solidFill>
                  <a:schemeClr val="bg1"/>
                </a:solidFill>
              </a:rPr>
              <a:t>Veritabanındaki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videoları</a:t>
            </a:r>
            <a:r>
              <a:rPr lang="en-US" sz="2000" dirty="0">
                <a:solidFill>
                  <a:schemeClr val="bg1"/>
                </a:solidFill>
              </a:rPr>
              <a:t> JSON </a:t>
            </a:r>
            <a:r>
              <a:rPr lang="en-US" sz="2000" dirty="0" err="1">
                <a:solidFill>
                  <a:schemeClr val="bg1"/>
                </a:solidFill>
              </a:rPr>
              <a:t>veri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tipinde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  <a:r>
              <a:rPr lang="en-US" sz="2000" dirty="0" err="1">
                <a:solidFill>
                  <a:schemeClr val="bg1"/>
                </a:solidFill>
              </a:rPr>
              <a:t>çekmek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için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kullanılan</a:t>
            </a:r>
            <a:r>
              <a:rPr lang="en-US" sz="2000" dirty="0">
                <a:solidFill>
                  <a:schemeClr val="bg1"/>
                </a:solidFill>
              </a:rPr>
              <a:t> Get </a:t>
            </a:r>
            <a:r>
              <a:rPr lang="en-US" sz="2000" dirty="0" err="1">
                <a:solidFill>
                  <a:schemeClr val="bg1"/>
                </a:solidFill>
              </a:rPr>
              <a:t>istekleri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kern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Resim 2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D0F08B0-796B-22A4-6074-638D1AF57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56" y="299258"/>
            <a:ext cx="5138288" cy="40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7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57C99-788C-27BC-6633-F88B6DBF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50A3C1AB-1153-42D2-8378-34B849C1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707D8E2-8928-DEB3-8E61-225BAB9C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 err="1"/>
              <a:t>Yorum</a:t>
            </a:r>
            <a:r>
              <a:rPr lang="en-US" sz="4000" dirty="0"/>
              <a:t> </a:t>
            </a:r>
            <a:r>
              <a:rPr lang="en-US" sz="4000" dirty="0" err="1"/>
              <a:t>Listeleme</a:t>
            </a:r>
            <a:r>
              <a:rPr lang="en-US" sz="4000" dirty="0"/>
              <a:t>/Atma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805DCC-0708-5F9D-CBA5-A053DB77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 err="1">
                <a:solidFill>
                  <a:schemeClr val="bg1"/>
                </a:solidFill>
              </a:rPr>
              <a:t>Videoya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atılan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yorumları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veritabanına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kaydetmek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veritabanındaki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yorumları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çekmek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için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kullanılan</a:t>
            </a:r>
            <a:r>
              <a:rPr lang="en-US" sz="1700" dirty="0">
                <a:solidFill>
                  <a:schemeClr val="bg1"/>
                </a:solidFill>
              </a:rPr>
              <a:t> post </a:t>
            </a:r>
            <a:r>
              <a:rPr lang="en-US" sz="1700" dirty="0" err="1">
                <a:solidFill>
                  <a:schemeClr val="bg1"/>
                </a:solidFill>
              </a:rPr>
              <a:t>ve</a:t>
            </a:r>
            <a:r>
              <a:rPr lang="en-US" sz="1700" dirty="0">
                <a:solidFill>
                  <a:schemeClr val="bg1"/>
                </a:solidFill>
              </a:rPr>
              <a:t> get </a:t>
            </a:r>
            <a:r>
              <a:rPr lang="en-US" sz="1700" dirty="0" err="1">
                <a:solidFill>
                  <a:schemeClr val="bg1"/>
                </a:solidFill>
              </a:rPr>
              <a:t>istekleri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kern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Resim 3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1738805-479A-118A-88C8-D7060052A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583" y="299258"/>
            <a:ext cx="4104835" cy="40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8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25A4E64-831E-DDF6-9ECF-428AF3A3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 err="1"/>
              <a:t>Veritabanı</a:t>
            </a:r>
            <a:endParaRPr lang="en-US" sz="7200" kern="1200" dirty="0" err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92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E36BB3C5-822B-45E1-A81E-5CC3176C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11C530B-C012-3A0B-CEB1-B703B2A25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12" b="2"/>
          <a:stretch>
            <a:fillRect/>
          </a:stretch>
        </p:blipFill>
        <p:spPr>
          <a:xfrm>
            <a:off x="579264" y="365141"/>
            <a:ext cx="6288262" cy="3063875"/>
          </a:xfrm>
          <a:prstGeom prst="rect">
            <a:avLst/>
          </a:prstGeom>
        </p:spPr>
      </p:pic>
      <p:sp useBgFill="1">
        <p:nvSpPr>
          <p:cNvPr id="8" name="Rectangle 11">
            <a:extLst>
              <a:ext uri="{FF2B5EF4-FFF2-40B4-BE49-F238E27FC236}">
                <a16:creationId xmlns:a16="http://schemas.microsoft.com/office/drawing/2014/main" id="{FB39ECA9-4CDE-4883-98E8-287E905E9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630934"/>
            <a:ext cx="6288261" cy="254602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FA50B79-C2AB-84BA-67DF-DDE6613F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49689"/>
            <a:ext cx="2111122" cy="2105025"/>
          </a:xfrm>
        </p:spPr>
        <p:txBody>
          <a:bodyPr>
            <a:normAutofit/>
          </a:bodyPr>
          <a:lstStyle/>
          <a:p>
            <a:r>
              <a:rPr lang="tr-TR" sz="2400"/>
              <a:t>Mongo Database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483D0-BAEB-4927-88AD-76F5DA846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4" y="45657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BB7B12-4298-4CFB-B539-44A91C93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94346" y="4893056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877802-C387-04A4-9860-9E308A0A3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563" y="3849688"/>
            <a:ext cx="3315810" cy="210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z="1700" dirty="0"/>
              <a:t>User ve Video Şemaları</a:t>
            </a:r>
          </a:p>
          <a:p>
            <a:endParaRPr lang="tr-TR" sz="1700"/>
          </a:p>
        </p:txBody>
      </p:sp>
      <p:pic>
        <p:nvPicPr>
          <p:cNvPr id="5" name="Resim 4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B7A5D93-0EA8-B58C-2DE3-B2659FE9D6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253" b="1"/>
          <a:stretch>
            <a:fillRect/>
          </a:stretch>
        </p:blipFill>
        <p:spPr>
          <a:xfrm>
            <a:off x="7048500" y="365109"/>
            <a:ext cx="4621006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40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D39F80E-3F2F-A23C-1FE1-1A8ED268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tr-TR" sz="4000"/>
              <a:t>Kaynakça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566310-159F-7E74-B1A5-65EC0F0D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React Bootstrap Team. React Bootstrap Documentation </a:t>
            </a:r>
            <a:r>
              <a:rPr lang="en-US" sz="1800" dirty="0">
                <a:latin typeface="Times New Roman"/>
                <a:cs typeface="Times New Roman"/>
                <a:hlinkClick r:id="rId2"/>
              </a:rPr>
              <a:t>https://react-bootstrap.netlify.app/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dirty="0" err="1">
                <a:latin typeface="Times New Roman"/>
                <a:cs typeface="Times New Roman"/>
              </a:rPr>
              <a:t>Stackoverflow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u="sng" dirty="0">
                <a:latin typeface="Times New Roman"/>
                <a:cs typeface="Times New Roman"/>
                <a:hlinkClick r:id="rId3"/>
              </a:rPr>
              <a:t>https://stackoverflow.com/</a:t>
            </a:r>
            <a:endParaRPr lang="tr-TR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W3schools </a:t>
            </a:r>
            <a:r>
              <a:rPr lang="en-US" sz="1800" u="sng" dirty="0">
                <a:latin typeface="Times New Roman"/>
                <a:cs typeface="Times New Roman"/>
                <a:hlinkClick r:id="rId4"/>
              </a:rPr>
              <a:t>https://www.w3schools.com/</a:t>
            </a:r>
            <a:endParaRPr lang="tr-TR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Bro Code. React Full Course For Free </a:t>
            </a:r>
            <a:r>
              <a:rPr lang="en-US" sz="1800" u="sng" dirty="0">
                <a:latin typeface="Times New Roman"/>
                <a:cs typeface="Times New Roman"/>
                <a:hlinkClick r:id="rId5"/>
              </a:rPr>
              <a:t>https://www.youtube.com/watch?v=CgkZ7MvWUAA</a:t>
            </a:r>
            <a:endParaRPr lang="tr-TR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Dave Gray. Node.js Full Course For Beginners </a:t>
            </a:r>
            <a:r>
              <a:rPr lang="en-US" sz="1800" u="sng" dirty="0">
                <a:latin typeface="Times New Roman"/>
                <a:cs typeface="Times New Roman"/>
                <a:hlinkClick r:id="rId6"/>
              </a:rPr>
              <a:t>https://www.youtube.com/watch?v=f2EqECiTBL8</a:t>
            </a:r>
            <a:endParaRPr lang="en-US" sz="1800" u="sng">
              <a:latin typeface="Times New Roman"/>
              <a:cs typeface="Times New Roman"/>
            </a:endParaRPr>
          </a:p>
          <a:p>
            <a:endParaRPr lang="en-US" sz="1800" dirty="0">
              <a:latin typeface="Times New Roman"/>
              <a:cs typeface="Times New Roman"/>
            </a:endParaRPr>
          </a:p>
          <a:p>
            <a:endParaRPr lang="en-US" sz="1100" u="sng" dirty="0">
              <a:latin typeface="Times New Roman"/>
              <a:cs typeface="Times New Roman"/>
            </a:endParaRP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128760315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19" baseType="lpstr">
      <vt:lpstr>Ofis Teması</vt:lpstr>
      <vt:lpstr>Eğitim Videoları Platformu</vt:lpstr>
      <vt:lpstr>Proje Özeti</vt:lpstr>
      <vt:lpstr>Kullanılan Teknolojiler</vt:lpstr>
      <vt:lpstr>Frontend</vt:lpstr>
      <vt:lpstr>Register Sayfası</vt:lpstr>
      <vt:lpstr>Log-in Sayfası</vt:lpstr>
      <vt:lpstr>Video Upload Sayfası</vt:lpstr>
      <vt:lpstr>Ana Sayfa</vt:lpstr>
      <vt:lpstr>Video Detay Sayfası</vt:lpstr>
      <vt:lpstr>API</vt:lpstr>
      <vt:lpstr>Register</vt:lpstr>
      <vt:lpstr>Login</vt:lpstr>
      <vt:lpstr>Upload Video</vt:lpstr>
      <vt:lpstr>Fetch Videos</vt:lpstr>
      <vt:lpstr>Yorum Listeleme/Atma</vt:lpstr>
      <vt:lpstr>Veritabanı</vt:lpstr>
      <vt:lpstr>Mongo Database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335</cp:revision>
  <dcterms:created xsi:type="dcterms:W3CDTF">2025-05-18T15:57:47Z</dcterms:created>
  <dcterms:modified xsi:type="dcterms:W3CDTF">2025-05-19T22:14:50Z</dcterms:modified>
</cp:coreProperties>
</file>